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5087600" cy="3771900"/>
  <p:notesSz cx="3771900" cy="150876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F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07992" y="907542"/>
            <a:ext cx="1316736" cy="1316736"/>
          </a:xfrm>
          <a:prstGeom prst="roundRect">
            <a:avLst>
              <a:gd name="adj" fmla="val 19444"/>
            </a:avLst>
          </a:prstGeom>
          <a:solidFill>
            <a:srgbClr val="2FBC9B"/>
          </a:solidFill>
          <a:ln/>
        </p:spPr>
      </p:sp>
      <p:sp>
        <p:nvSpPr>
          <p:cNvPr id="3" name="Shape 1"/>
          <p:cNvSpPr/>
          <p:nvPr/>
        </p:nvSpPr>
        <p:spPr>
          <a:xfrm>
            <a:off x="4775454" y="1565910"/>
            <a:ext cx="205740" cy="356616"/>
          </a:xfrm>
          <a:prstGeom prst="roundRect">
            <a:avLst>
              <a:gd name="adj" fmla="val 22222"/>
            </a:avLst>
          </a:prstGeom>
          <a:solidFill>
            <a:srgbClr val="0B2F2A"/>
          </a:solidFill>
          <a:ln/>
        </p:spPr>
      </p:sp>
      <p:sp>
        <p:nvSpPr>
          <p:cNvPr id="4" name="Shape 2"/>
          <p:cNvSpPr/>
          <p:nvPr/>
        </p:nvSpPr>
        <p:spPr>
          <a:xfrm>
            <a:off x="5063490" y="1373886"/>
            <a:ext cx="205740" cy="548640"/>
          </a:xfrm>
          <a:prstGeom prst="roundRect">
            <a:avLst>
              <a:gd name="adj" fmla="val 22222"/>
            </a:avLst>
          </a:prstGeom>
          <a:solidFill>
            <a:srgbClr val="0B2F2A"/>
          </a:solidFill>
          <a:ln/>
        </p:spPr>
      </p:sp>
      <p:sp>
        <p:nvSpPr>
          <p:cNvPr id="5" name="Shape 3"/>
          <p:cNvSpPr/>
          <p:nvPr/>
        </p:nvSpPr>
        <p:spPr>
          <a:xfrm>
            <a:off x="5351526" y="1181862"/>
            <a:ext cx="205740" cy="740664"/>
          </a:xfrm>
          <a:prstGeom prst="roundRect">
            <a:avLst>
              <a:gd name="adj" fmla="val 22222"/>
            </a:avLst>
          </a:prstGeom>
          <a:solidFill>
            <a:srgbClr val="0B2F2A"/>
          </a:solidFill>
          <a:ln/>
        </p:spPr>
      </p:sp>
      <p:sp>
        <p:nvSpPr>
          <p:cNvPr id="6" name="Text 4"/>
          <p:cNvSpPr/>
          <p:nvPr/>
        </p:nvSpPr>
        <p:spPr>
          <a:xfrm>
            <a:off x="6035040" y="834390"/>
            <a:ext cx="5669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2EF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Pay</a:t>
            </a:r>
            <a:pPr algn="l" indent="0" marL="0">
              <a:buNone/>
            </a:pPr>
            <a:r>
              <a:rPr lang="en-US" sz="4800" i="1" dirty="0">
                <a:solidFill>
                  <a:srgbClr val="F2EF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Watch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6035040" y="174879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F2EF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Watch your money </a:t>
            </a:r>
            <a:pPr algn="l" indent="0" marL="0">
              <a:buNone/>
            </a:pPr>
            <a:r>
              <a:rPr lang="en-US" sz="2200" i="1" dirty="0">
                <a:solidFill>
                  <a:srgbClr val="2FBC9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grow.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2026-10-08T08:23:03Z</dcterms:created>
  <dcterms:modified xsi:type="dcterms:W3CDTF">2026-10-08T08:23:03Z</dcterms:modified>
</cp:coreProperties>
</file>