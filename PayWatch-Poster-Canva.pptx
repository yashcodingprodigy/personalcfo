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9144000"/>
          </a:xfrm>
          <a:prstGeom prst="rect">
            <a:avLst/>
          </a:prstGeom>
          <a:solidFill>
            <a:srgbClr val="07211D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2377440"/>
            <a:ext cx="4572000" cy="4572000"/>
          </a:xfrm>
          <a:prstGeom prst="roundRect">
            <a:avLst>
              <a:gd name="adj" fmla="val 28000"/>
            </a:avLst>
          </a:prstGeom>
          <a:solidFill>
            <a:srgbClr val="2FBC9B"/>
          </a:solidFill>
          <a:ln/>
        </p:spPr>
      </p:sp>
      <p:sp>
        <p:nvSpPr>
          <p:cNvPr id="4" name="Shape 2"/>
          <p:cNvSpPr/>
          <p:nvPr/>
        </p:nvSpPr>
        <p:spPr>
          <a:xfrm>
            <a:off x="2880360" y="5120640"/>
            <a:ext cx="594360" cy="1280160"/>
          </a:xfrm>
          <a:prstGeom prst="roundRect">
            <a:avLst>
              <a:gd name="adj" fmla="val 43077"/>
            </a:avLst>
          </a:prstGeom>
          <a:solidFill>
            <a:srgbClr val="07211D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0" y="4343400"/>
            <a:ext cx="594360" cy="2057400"/>
          </a:xfrm>
          <a:prstGeom prst="roundRect">
            <a:avLst>
              <a:gd name="adj" fmla="val 43077"/>
            </a:avLst>
          </a:prstGeom>
          <a:solidFill>
            <a:srgbClr val="07211D"/>
          </a:solidFill>
          <a:ln/>
        </p:spPr>
      </p:sp>
      <p:sp>
        <p:nvSpPr>
          <p:cNvPr id="6" name="Shape 4"/>
          <p:cNvSpPr/>
          <p:nvPr/>
        </p:nvSpPr>
        <p:spPr>
          <a:xfrm>
            <a:off x="4800600" y="3429000"/>
            <a:ext cx="594360" cy="2971800"/>
          </a:xfrm>
          <a:prstGeom prst="roundRect">
            <a:avLst>
              <a:gd name="adj" fmla="val 43077"/>
            </a:avLst>
          </a:prstGeom>
          <a:solidFill>
            <a:srgbClr val="07211D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2468880"/>
            <a:ext cx="20116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algn="l" indent="0" marL="0">
              <a:buNone/>
            </a:pPr>
            <a:r>
              <a:rPr lang="en-US" sz="12000" i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7086600" y="5486400"/>
            <a:ext cx="1828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your money grow.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0116800" y="2926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personal-finance app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1115568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11978640"/>
            <a:ext cx="1417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is messy — and no one tells you what to do.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1828800" y="17172432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700784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across many apps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828800" y="18452592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828800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next step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828800" y="19732752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9568160"/>
            <a:ext cx="1280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is costly or out of reach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2139696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28800" y="22219920"/>
            <a:ext cx="1417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 that tells you what to do with your money.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1828800" y="25054560"/>
            <a:ext cx="1417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score. One plan. One AI advisor.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7373600" y="11155680"/>
            <a:ext cx="13716000" cy="137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0" y="1207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8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6700480" y="11978640"/>
            <a:ext cx="3474720" cy="914400"/>
          </a:xfrm>
          <a:prstGeom prst="roundRect">
            <a:avLst>
              <a:gd name="adj" fmla="val 50000"/>
            </a:avLst>
          </a:prstGeom>
          <a:solidFill>
            <a:srgbClr val="DFF5EE"/>
          </a:solidFill>
          <a:ln/>
        </p:spPr>
      </p:sp>
      <p:sp>
        <p:nvSpPr>
          <p:cNvPr id="24" name="Text 22"/>
          <p:cNvSpPr/>
          <p:nvPr/>
        </p:nvSpPr>
        <p:spPr>
          <a:xfrm>
            <a:off x="26700480" y="11978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this month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8288000" y="13167360"/>
            <a:ext cx="11887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15000" dirty="0"/>
          </a:p>
        </p:txBody>
      </p:sp>
      <p:sp>
        <p:nvSpPr>
          <p:cNvPr id="26" name="Text 24"/>
          <p:cNvSpPr/>
          <p:nvPr/>
        </p:nvSpPr>
        <p:spPr>
          <a:xfrm>
            <a:off x="18288000" y="17373600"/>
            <a:ext cx="1188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200" kern="0" dirty="0">
                <a:solidFill>
                  <a:srgbClr val="8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HEALTH SCORE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288000" y="19110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rate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6517600" y="19110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8288000" y="19933920"/>
            <a:ext cx="11887200" cy="365760"/>
          </a:xfrm>
          <a:prstGeom prst="roundRect">
            <a:avLst>
              <a:gd name="adj" fmla="val 50000"/>
            </a:avLst>
          </a:prstGeom>
          <a:solidFill>
            <a:srgbClr val="F2EFE8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00" y="19933920"/>
            <a:ext cx="10460736" cy="365760"/>
          </a:xfrm>
          <a:prstGeom prst="roundRect">
            <a:avLst>
              <a:gd name="adj" fmla="val 50000"/>
            </a:avLst>
          </a:prstGeom>
          <a:solidFill>
            <a:srgbClr val="2FBC9B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0" y="20939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6517600" y="20939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77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8288000" y="21762720"/>
            <a:ext cx="11887200" cy="365760"/>
          </a:xfrm>
          <a:prstGeom prst="roundRect">
            <a:avLst>
              <a:gd name="adj" fmla="val 50000"/>
            </a:avLst>
          </a:prstGeom>
          <a:solidFill>
            <a:srgbClr val="F2EFE8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0" y="21762720"/>
            <a:ext cx="6419088" cy="365760"/>
          </a:xfrm>
          <a:prstGeom prst="roundRect">
            <a:avLst>
              <a:gd name="adj" fmla="val 50000"/>
            </a:avLst>
          </a:prstGeom>
          <a:solidFill>
            <a:srgbClr val="2FBC9B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00" y="22768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efficiency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6517600" y="22768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77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8288000" y="23591520"/>
            <a:ext cx="11887200" cy="365760"/>
          </a:xfrm>
          <a:prstGeom prst="roundRect">
            <a:avLst>
              <a:gd name="adj" fmla="val 50000"/>
            </a:avLst>
          </a:prstGeom>
          <a:solidFill>
            <a:srgbClr val="F2EF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0" y="23591520"/>
            <a:ext cx="7251192" cy="365760"/>
          </a:xfrm>
          <a:prstGeom prst="roundRect">
            <a:avLst>
              <a:gd name="adj" fmla="val 50000"/>
            </a:avLst>
          </a:prstGeom>
          <a:solidFill>
            <a:srgbClr val="2FBC9B"/>
          </a:solidFill>
          <a:ln/>
        </p:spPr>
      </p:sp>
      <p:sp>
        <p:nvSpPr>
          <p:cNvPr id="39" name="Text 37"/>
          <p:cNvSpPr/>
          <p:nvPr/>
        </p:nvSpPr>
        <p:spPr>
          <a:xfrm>
            <a:off x="1828800" y="2706624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1828800" y="28072080"/>
            <a:ext cx="9144000" cy="384048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68880" y="28940760"/>
            <a:ext cx="502920" cy="50292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28620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Health Score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2468880" y="29900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life, one number.</a:t>
            </a:r>
            <a:endParaRPr lang="en-US" sz="2300" dirty="0"/>
          </a:p>
        </p:txBody>
      </p:sp>
      <p:sp>
        <p:nvSpPr>
          <p:cNvPr id="44" name="Shape 42"/>
          <p:cNvSpPr/>
          <p:nvPr/>
        </p:nvSpPr>
        <p:spPr>
          <a:xfrm>
            <a:off x="11887200" y="28072080"/>
            <a:ext cx="9144000" cy="384048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527280" y="28940760"/>
            <a:ext cx="502920" cy="50292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46" name="Text 44"/>
          <p:cNvSpPr/>
          <p:nvPr/>
        </p:nvSpPr>
        <p:spPr>
          <a:xfrm>
            <a:off x="13258800" y="28620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PayWatch · AI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12527280" y="29900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 your own numbers.</a:t>
            </a:r>
            <a:endParaRPr lang="en-US" sz="2300" dirty="0"/>
          </a:p>
        </p:txBody>
      </p:sp>
      <p:sp>
        <p:nvSpPr>
          <p:cNvPr id="48" name="Shape 46"/>
          <p:cNvSpPr/>
          <p:nvPr/>
        </p:nvSpPr>
        <p:spPr>
          <a:xfrm>
            <a:off x="21945600" y="28072080"/>
            <a:ext cx="9144000" cy="384048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585680" y="28940760"/>
            <a:ext cx="502920" cy="50292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0" name="Text 48"/>
          <p:cNvSpPr/>
          <p:nvPr/>
        </p:nvSpPr>
        <p:spPr>
          <a:xfrm>
            <a:off x="23317200" y="286207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22585680" y="29900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tax computation + ITR.</a:t>
            </a:r>
            <a:endParaRPr lang="en-US" sz="2300" dirty="0"/>
          </a:p>
        </p:txBody>
      </p:sp>
      <p:sp>
        <p:nvSpPr>
          <p:cNvPr id="52" name="Shape 50"/>
          <p:cNvSpPr/>
          <p:nvPr/>
        </p:nvSpPr>
        <p:spPr>
          <a:xfrm>
            <a:off x="1828800" y="32278320"/>
            <a:ext cx="9144000" cy="384048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68880" y="33147000"/>
            <a:ext cx="502920" cy="50292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0" y="328269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2468880" y="341071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 track policies.</a:t>
            </a:r>
            <a:endParaRPr lang="en-US" sz="2300" dirty="0"/>
          </a:p>
        </p:txBody>
      </p:sp>
      <p:sp>
        <p:nvSpPr>
          <p:cNvPr id="56" name="Shape 54"/>
          <p:cNvSpPr/>
          <p:nvPr/>
        </p:nvSpPr>
        <p:spPr>
          <a:xfrm>
            <a:off x="11887200" y="32278320"/>
            <a:ext cx="9144000" cy="384048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527280" y="33147000"/>
            <a:ext cx="502920" cy="50292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8" name="Text 56"/>
          <p:cNvSpPr/>
          <p:nvPr/>
        </p:nvSpPr>
        <p:spPr>
          <a:xfrm>
            <a:off x="13258800" y="328269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12527280" y="341071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Category-level guidance.</a:t>
            </a:r>
            <a:endParaRPr lang="en-US" sz="2300" dirty="0"/>
          </a:p>
        </p:txBody>
      </p:sp>
      <p:sp>
        <p:nvSpPr>
          <p:cNvPr id="60" name="Shape 58"/>
          <p:cNvSpPr/>
          <p:nvPr/>
        </p:nvSpPr>
        <p:spPr>
          <a:xfrm>
            <a:off x="21945600" y="32278320"/>
            <a:ext cx="9144000" cy="384048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E7E2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585680" y="33147000"/>
            <a:ext cx="502920" cy="50292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62" name="Text 60"/>
          <p:cNvSpPr/>
          <p:nvPr/>
        </p:nvSpPr>
        <p:spPr>
          <a:xfrm>
            <a:off x="23317200" y="328269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+ vault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22585680" y="341071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and secure storage.</a:t>
            </a:r>
            <a:endParaRPr lang="en-US" sz="2300" dirty="0"/>
          </a:p>
        </p:txBody>
      </p:sp>
      <p:sp>
        <p:nvSpPr>
          <p:cNvPr id="64" name="Text 62"/>
          <p:cNvSpPr/>
          <p:nvPr/>
        </p:nvSpPr>
        <p:spPr>
          <a:xfrm>
            <a:off x="1828800" y="3712464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1828800" y="37947600"/>
            <a:ext cx="2926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Yash [Surname] — Founder &amp; Full-stack Developer</a:t>
            </a:r>
            <a:endParaRPr lang="en-US" sz="3800" dirty="0"/>
          </a:p>
        </p:txBody>
      </p:sp>
      <p:sp>
        <p:nvSpPr>
          <p:cNvPr id="66" name="Text 64"/>
          <p:cNvSpPr/>
          <p:nvPr/>
        </p:nvSpPr>
        <p:spPr>
          <a:xfrm>
            <a:off x="1828800" y="39227760"/>
            <a:ext cx="2926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end-to-end. Onboarding student interns at [College] Innovation Centre.</a:t>
            </a:r>
            <a:endParaRPr lang="en-US" sz="2600" dirty="0"/>
          </a:p>
        </p:txBody>
      </p:sp>
      <p:sp>
        <p:nvSpPr>
          <p:cNvPr id="67" name="Shape 65"/>
          <p:cNvSpPr/>
          <p:nvPr/>
        </p:nvSpPr>
        <p:spPr>
          <a:xfrm>
            <a:off x="0" y="41148000"/>
            <a:ext cx="32918400" cy="2743200"/>
          </a:xfrm>
          <a:prstGeom prst="rect">
            <a:avLst/>
          </a:prstGeom>
          <a:solidFill>
            <a:srgbClr val="07211D"/>
          </a:solidFill>
          <a:ln/>
        </p:spPr>
      </p:sp>
      <p:sp>
        <p:nvSpPr>
          <p:cNvPr id="68" name="Text 66"/>
          <p:cNvSpPr/>
          <p:nvPr/>
        </p:nvSpPr>
        <p:spPr>
          <a:xfrm>
            <a:off x="0" y="41148000"/>
            <a:ext cx="3291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paywatch.in    ·    [ email ]    ·    [ phone ]    ·    Incubated at [College] Innovation Centre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2026-07-31T06:31:52Z</dcterms:created>
  <dcterms:modified xsi:type="dcterms:W3CDTF">2026-07-31T06:31:52Z</dcterms:modified>
</cp:coreProperties>
</file>