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657600" cy="3657600"/>
  <p:notesSz cx="3657600" cy="3657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512064"/>
            <a:ext cx="2633472" cy="2633472"/>
          </a:xfrm>
          <a:prstGeom prst="roundRect">
            <a:avLst>
              <a:gd name="adj" fmla="val 25694"/>
            </a:avLst>
          </a:prstGeom>
          <a:solidFill>
            <a:srgbClr val="2FBC9B"/>
          </a:solidFill>
          <a:ln/>
        </p:spPr>
      </p:sp>
      <p:sp>
        <p:nvSpPr>
          <p:cNvPr id="3" name="Shape 1"/>
          <p:cNvSpPr/>
          <p:nvPr/>
        </p:nvSpPr>
        <p:spPr>
          <a:xfrm>
            <a:off x="1046988" y="1828800"/>
            <a:ext cx="411480" cy="713232"/>
          </a:xfrm>
          <a:prstGeom prst="roundRect">
            <a:avLst>
              <a:gd name="adj" fmla="val 28889"/>
            </a:avLst>
          </a:prstGeom>
          <a:solidFill>
            <a:srgbClr val="0B2F2A"/>
          </a:solidFill>
          <a:ln/>
        </p:spPr>
      </p:sp>
      <p:sp>
        <p:nvSpPr>
          <p:cNvPr id="4" name="Shape 2"/>
          <p:cNvSpPr/>
          <p:nvPr/>
        </p:nvSpPr>
        <p:spPr>
          <a:xfrm>
            <a:off x="1623060" y="1444752"/>
            <a:ext cx="411480" cy="1097280"/>
          </a:xfrm>
          <a:prstGeom prst="roundRect">
            <a:avLst>
              <a:gd name="adj" fmla="val 28889"/>
            </a:avLst>
          </a:prstGeom>
          <a:solidFill>
            <a:srgbClr val="0B2F2A"/>
          </a:solidFill>
          <a:ln/>
        </p:spPr>
      </p:sp>
      <p:sp>
        <p:nvSpPr>
          <p:cNvPr id="5" name="Shape 3"/>
          <p:cNvSpPr/>
          <p:nvPr/>
        </p:nvSpPr>
        <p:spPr>
          <a:xfrm>
            <a:off x="2199132" y="1060704"/>
            <a:ext cx="411480" cy="1481328"/>
          </a:xfrm>
          <a:prstGeom prst="roundRect">
            <a:avLst>
              <a:gd name="adj" fmla="val 28889"/>
            </a:avLst>
          </a:prstGeom>
          <a:solidFill>
            <a:srgbClr val="0B2F2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2026-10-08T08:18:35Z</dcterms:created>
  <dcterms:modified xsi:type="dcterms:W3CDTF">2026-10-08T08:18:35Z</dcterms:modified>
</cp:coreProperties>
</file>