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5852160" y="-1097280"/>
            <a:ext cx="4023360" cy="4023360"/>
          </a:xfrm>
          <a:prstGeom prst="triangle">
            <a:avLst/>
          </a:prstGeom>
          <a:solidFill>
            <a:srgbClr val="2FBC9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0">
            <a:off x="-1280160" y="8412480"/>
            <a:ext cx="3657600" cy="3657600"/>
          </a:xfrm>
          <a:prstGeom prst="triangle">
            <a:avLst/>
          </a:prstGeom>
          <a:solidFill>
            <a:srgbClr val="0F3D3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27778"/>
            </a:avLst>
          </a:prstGeom>
          <a:solidFill>
            <a:srgbClr val="2FBC9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896112"/>
            <a:ext cx="91440" cy="192024"/>
          </a:xfrm>
          <a:prstGeom prst="roundRect">
            <a:avLst>
              <a:gd name="adj" fmla="val 40000"/>
            </a:avLst>
          </a:prstGeom>
          <a:solidFill>
            <a:srgbClr val="07211D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804672"/>
            <a:ext cx="91440" cy="283464"/>
          </a:xfrm>
          <a:prstGeom prst="roundRect">
            <a:avLst>
              <a:gd name="adj" fmla="val 40000"/>
            </a:avLst>
          </a:prstGeom>
          <a:solidFill>
            <a:srgbClr val="07211D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676656"/>
            <a:ext cx="91440" cy="411480"/>
          </a:xfrm>
          <a:prstGeom prst="roundRect">
            <a:avLst>
              <a:gd name="adj" fmla="val 40000"/>
            </a:avLst>
          </a:prstGeom>
          <a:solidFill>
            <a:srgbClr val="07211D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502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indent="0" marL="0">
              <a:buNone/>
            </a:pPr>
            <a:r>
              <a:rPr lang="en-US" sz="2300" i="1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697480" y="1600200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07211D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HIRING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6675120" cy="1691640"/>
          </a:xfrm>
          <a:prstGeom prst="roundRect">
            <a:avLst>
              <a:gd name="adj" fmla="val 9730"/>
            </a:avLst>
          </a:prstGeom>
          <a:solidFill>
            <a:srgbClr val="2FBC9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8600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real work. Ship real things. Build with a live startup.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PayWatch — India's personal-finance app, incubated at MAHE — is looking for driven students.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4480560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5998464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943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" y="6345936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291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User Research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112" y="6693408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6385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Design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6112" y="7040880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6986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Feedback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6112" y="7388352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7333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Outreach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96112" y="7735824"/>
            <a:ext cx="118872" cy="11887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7680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Domain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 rot="16200000">
            <a:off x="5394960" y="5623560"/>
            <a:ext cx="1965960" cy="1417320"/>
          </a:xfrm>
          <a:prstGeom prst="triangle">
            <a:avLst/>
          </a:prstGeom>
          <a:solidFill>
            <a:srgbClr val="0F3D34"/>
          </a:solidFill>
          <a:ln/>
        </p:spPr>
      </p:sp>
      <p:sp>
        <p:nvSpPr>
          <p:cNvPr id="30" name="Shape 28"/>
          <p:cNvSpPr/>
          <p:nvPr/>
        </p:nvSpPr>
        <p:spPr>
          <a:xfrm>
            <a:off x="5257800" y="6126480"/>
            <a:ext cx="365760" cy="411480"/>
          </a:xfrm>
          <a:prstGeom prst="roundRect">
            <a:avLst>
              <a:gd name="adj" fmla="val 20000"/>
            </a:avLst>
          </a:prstGeom>
          <a:solidFill>
            <a:srgbClr val="0F3D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5577840"/>
            <a:ext cx="146304" cy="1508760"/>
          </a:xfrm>
          <a:prstGeom prst="roundRect">
            <a:avLst>
              <a:gd name="adj" fmla="val 50000"/>
            </a:avLst>
          </a:prstGeom>
          <a:solidFill>
            <a:srgbClr val="2FBC9B"/>
          </a:solidFill>
          <a:ln/>
        </p:spPr>
      </p:sp>
      <p:sp>
        <p:nvSpPr>
          <p:cNvPr id="32" name="Shape 30"/>
          <p:cNvSpPr/>
          <p:nvPr/>
        </p:nvSpPr>
        <p:spPr>
          <a:xfrm>
            <a:off x="7086600" y="5669280"/>
            <a:ext cx="502920" cy="-274320"/>
          </a:xfrm>
          <a:prstGeom prst="line">
            <a:avLst/>
          </a:prstGeom>
          <a:noFill/>
          <a:ln w="50800">
            <a:solidFill>
              <a:srgbClr val="2FBC9B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132320" y="6309360"/>
            <a:ext cx="548640" cy="0"/>
          </a:xfrm>
          <a:prstGeom prst="line">
            <a:avLst/>
          </a:prstGeom>
          <a:noFill/>
          <a:ln w="50800">
            <a:solidFill>
              <a:srgbClr val="2FBC9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6858000"/>
            <a:ext cx="502920" cy="274320"/>
          </a:xfrm>
          <a:prstGeom prst="line">
            <a:avLst/>
          </a:prstGeom>
          <a:noFill/>
          <a:ln w="50800">
            <a:solidFill>
              <a:srgbClr val="2FBC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8366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your interest — it takes 2 minutes.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8640" y="8869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QR, fill a short form. Shortlisted students get a call from me.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06440" y="8275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APPLY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0760" y="85953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F3D3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080760" y="85953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QR 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9646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Saini   ·   [ your phone ]   ·   [ your email ]   ·   paywatch.in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2026-08-13T14:57:36Z</dcterms:created>
  <dcterms:modified xsi:type="dcterms:W3CDTF">2026-08-13T14:57:36Z</dcterms:modified>
</cp:coreProperties>
</file>