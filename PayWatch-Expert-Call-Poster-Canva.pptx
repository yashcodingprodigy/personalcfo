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914400"/>
            <a:ext cx="4754880" cy="4754880"/>
          </a:xfrm>
          <a:prstGeom prst="ellipse">
            <a:avLst/>
          </a:prstGeom>
          <a:solidFill>
            <a:srgbClr val="2FBC9B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10058400"/>
            <a:ext cx="4389120" cy="4389120"/>
          </a:xfrm>
          <a:prstGeom prst="ellipse">
            <a:avLst/>
          </a:prstGeom>
          <a:solidFill>
            <a:srgbClr val="2FBC9B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457200"/>
            <a:ext cx="566928" cy="566928"/>
          </a:xfrm>
          <a:prstGeom prst="roundRect">
            <a:avLst>
              <a:gd name="adj" fmla="val 27419"/>
            </a:avLst>
          </a:prstGeom>
          <a:solidFill>
            <a:srgbClr val="DFF5EE"/>
          </a:solidFill>
          <a:ln/>
        </p:spPr>
      </p:sp>
      <p:sp>
        <p:nvSpPr>
          <p:cNvPr id="5" name="Shape 3"/>
          <p:cNvSpPr/>
          <p:nvPr/>
        </p:nvSpPr>
        <p:spPr>
          <a:xfrm>
            <a:off x="996239" y="769010"/>
            <a:ext cx="77953" cy="127559"/>
          </a:xfrm>
          <a:prstGeom prst="roundRect">
            <a:avLst>
              <a:gd name="adj" fmla="val 23460"/>
            </a:avLst>
          </a:prstGeom>
          <a:solidFill>
            <a:srgbClr val="0B2F2A">
              <a:alpha val="5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13168" y="683971"/>
            <a:ext cx="77953" cy="212598"/>
          </a:xfrm>
          <a:prstGeom prst="roundRect">
            <a:avLst>
              <a:gd name="adj" fmla="val 23460"/>
            </a:avLst>
          </a:prstGeom>
          <a:solidFill>
            <a:srgbClr val="0B2F2A">
              <a:alpha val="7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230097" y="584759"/>
            <a:ext cx="77953" cy="311810"/>
          </a:xfrm>
          <a:prstGeom prst="roundRect">
            <a:avLst>
              <a:gd name="adj" fmla="val 23460"/>
            </a:avLst>
          </a:prstGeom>
          <a:solidFill>
            <a:srgbClr val="2FBC9B"/>
          </a:solidFill>
          <a:ln/>
        </p:spPr>
      </p:sp>
      <p:sp>
        <p:nvSpPr>
          <p:cNvPr id="8" name="Text 6"/>
          <p:cNvSpPr/>
          <p:nvPr/>
        </p:nvSpPr>
        <p:spPr>
          <a:xfrm>
            <a:off x="1572768" y="457200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</a:t>
            </a:r>
            <a:pPr indent="0" marL="0">
              <a:buNone/>
            </a:pPr>
            <a:r>
              <a:rPr lang="en-US" sz="3000" b="1" i="1" dirty="0">
                <a:solidFill>
                  <a:srgbClr val="83DE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FB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A L L I N G   D O M A I N   E X P E R T 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1783080"/>
            <a:ext cx="9418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looking for
finance experts
</a:t>
            </a:r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2FB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work with us.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868680" y="4800600"/>
            <a:ext cx="8778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9D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building a personal-finance product for India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9D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need practitioners to help validate it.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68680" y="5715000"/>
            <a:ext cx="8549640" cy="1097280"/>
          </a:xfrm>
          <a:prstGeom prst="roundRect">
            <a:avLst>
              <a:gd name="adj" fmla="val 11667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70432" y="5989320"/>
            <a:ext cx="548640" cy="548640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14" name="Text 12"/>
          <p:cNvSpPr/>
          <p:nvPr/>
        </p:nvSpPr>
        <p:spPr>
          <a:xfrm>
            <a:off x="1170432" y="5989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21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65960" y="5879592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Chartered Accountant / Tax expert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965960" y="6318504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tax &amp; ITR side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68680" y="6995160"/>
            <a:ext cx="8549640" cy="1097280"/>
          </a:xfrm>
          <a:prstGeom prst="roundRect">
            <a:avLst>
              <a:gd name="adj" fmla="val 11667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70432" y="7269480"/>
            <a:ext cx="548640" cy="548640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19" name="Text 17"/>
          <p:cNvSpPr/>
          <p:nvPr/>
        </p:nvSpPr>
        <p:spPr>
          <a:xfrm>
            <a:off x="1170432" y="7269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21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965960" y="7159752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planner / AMFI MFD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965960" y="7598664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investing &amp; financial planning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68680" y="8275320"/>
            <a:ext cx="8549640" cy="1097280"/>
          </a:xfrm>
          <a:prstGeom prst="roundRect">
            <a:avLst>
              <a:gd name="adj" fmla="val 11667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70432" y="8549640"/>
            <a:ext cx="548640" cy="548640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24" name="Text 22"/>
          <p:cNvSpPr/>
          <p:nvPr/>
        </p:nvSpPr>
        <p:spPr>
          <a:xfrm>
            <a:off x="1170432" y="8549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21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965960" y="8439912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IRDAI-certified insurance advisor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965960" y="8878824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insurance side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68680" y="10744200"/>
            <a:ext cx="8549640" cy="914400"/>
          </a:xfrm>
          <a:prstGeom prst="roundRect">
            <a:avLst>
              <a:gd name="adj" fmla="val 50000"/>
            </a:avLst>
          </a:prstGeom>
          <a:solidFill>
            <a:srgbClr val="2FBC9B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10744200"/>
            <a:ext cx="8549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621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via the Google Form in the comments  ↓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868680" y="11932920"/>
            <a:ext cx="8549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7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one-off collaboration or an ongoing advisory role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2026-10-08T08:06:13Z</dcterms:created>
  <dcterms:modified xsi:type="dcterms:W3CDTF">2026-10-08T08:06:13Z</dcterms:modified>
</cp:coreProperties>
</file>